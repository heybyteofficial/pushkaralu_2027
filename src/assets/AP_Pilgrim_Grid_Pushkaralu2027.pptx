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A3A8F">
              <a:alpha val="4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274320"/>
            <a:ext cx="3200400" cy="3200400"/>
          </a:xfrm>
          <a:prstGeom prst="ellipse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1A3A8F">
              <a:alpha val="50000"/>
            </a:srgbClr>
          </a:solidFill>
          <a:ln w="12700">
            <a:solidFill>
              <a:srgbClr val="1A3A8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822960" cy="8229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4C"/>
                </a:solidFill>
              </a:rPr>
              <a:t>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</a:rPr>
              <a:t>GOVERNMENT OF ANDHRA PRADESH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PILGRIM GRID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PUSHKARALU 2027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389120" cy="457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Smart. Safe. Sacred.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AI-Powered Pilgrimage Management Platform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50 Lakh+ Devotees at Godavari Pushkaralu 2027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2286000" cy="128016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50L+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E8"/>
                </a:solidFill>
              </a:rPr>
              <a:t>PILGRIMS SERVED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7520" y="4846320"/>
            <a:ext cx="2286000" cy="128016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01752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E8"/>
                </a:solidFill>
              </a:rPr>
              <a:t>GHATS MONITORED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4846320"/>
            <a:ext cx="2286000" cy="128016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24/7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E8"/>
                </a:solidFill>
              </a:rPr>
              <a:t>LIVE SUPPORT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38160" y="4846320"/>
            <a:ext cx="2286000" cy="128016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&lt;4 MIN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E8"/>
                </a:solidFill>
              </a:rPr>
              <a:t>SOS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Presented to: Collectors, MPs &amp; MLAs  |  Rajahmundry, Andhra Pradesh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B4C"/>
          </a:solidFill>
          <a:ln w="12700">
            <a:solidFill>
              <a:srgbClr val="0A1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327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A6"/>
                </a:solidFill>
              </a:rPr>
              <a:t>SLIDE 2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THE PUSHKARALU CHALLENGE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7393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50L+ pilgrims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real-time crowd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43230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Medical emergencies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Delayed response times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9067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54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Family separations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digital missing reports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12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Ghat overcrowding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Stampede risk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40740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Language barriers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multilingual support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1887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AP PILGRIM GRID DELIVERS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1773936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Live Crowd AI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2-min ghat updates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2432304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SOS Beacon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&lt;4 min field response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090672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054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Person AI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Face-match registry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3749040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712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 Ghat Picker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AI-recommended timing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4407408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PushkarAI Chatbot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Telugu + multilingual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3291840"/>
            <a:ext cx="5486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3246120"/>
            <a:ext cx="36576" cy="137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520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5C518"/>
                </a:solidFill>
              </a:rPr>
              <a:t>SOLVES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GHAT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3327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A6"/>
                </a:solidFill>
              </a:rPr>
              <a:t>SLIDE 3 /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crowd data refreshed every 2 minutes across all 12 Ghats. AI analyses patterns to predict peak hours and recommend optimal visit times.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486400" cy="713232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97480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Pushkar Ghat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777240" cy="201168"/>
          </a:xfrm>
          <a:prstGeom prst="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815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3118104"/>
            <a:ext cx="3200400" cy="12801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3118104"/>
            <a:ext cx="448056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081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5486400" cy="713232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02152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Kotilingala Ghat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777240" cy="201168"/>
          </a:xfrm>
          <a:prstGeom prst="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86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MODERATE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00200" y="3922776"/>
            <a:ext cx="3200400" cy="12801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3922776"/>
            <a:ext cx="2144268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886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67%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06824"/>
            <a:ext cx="5486400" cy="713232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06824"/>
            <a:ext cx="7315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79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Saraswati Ghat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690872"/>
            <a:ext cx="777240" cy="201168"/>
          </a:xfrm>
          <a:prstGeom prst="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908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CROWDED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4727448"/>
            <a:ext cx="3200400" cy="12801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4727448"/>
            <a:ext cx="2624328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82%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111496"/>
            <a:ext cx="5486400" cy="713232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5111496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184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Markandeya Ghat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495544"/>
            <a:ext cx="777240" cy="201168"/>
          </a:xfrm>
          <a:prstGeom prst="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4955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00200" y="5532120"/>
            <a:ext cx="3200400" cy="12801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0200" y="5532120"/>
            <a:ext cx="112014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5495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35%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1097280"/>
            <a:ext cx="5212080" cy="5120640"/>
          </a:xfrm>
          <a:prstGeom prst="rect">
            <a:avLst/>
          </a:prstGeom>
          <a:solidFill>
            <a:srgbClr val="0A1F5C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0" y="1097280"/>
            <a:ext cx="521208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097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SMART PICK ENGINE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66560" y="1737360"/>
            <a:ext cx="4846320" cy="886968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5236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Time-Based Prediction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52360" y="21214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Analyses historical patterns to suggest best bathing times per Ghat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2743200"/>
            <a:ext cx="4846320" cy="886968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45236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Distance-Aware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52360" y="3127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Ranks Ghats by proximity + crowd score for personalised picks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3749040"/>
            <a:ext cx="4846320" cy="886968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45236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Real-Time Alerts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452360" y="4133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Push notifications when your chosen Ghat crosses crowd threshold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66560" y="4754880"/>
            <a:ext cx="4846320" cy="886968"/>
          </a:xfrm>
          <a:prstGeom prst="rect">
            <a:avLst/>
          </a:prstGeom>
          <a:solidFill>
            <a:srgbClr val="1320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5236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Crowd Forecasting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52360" y="5138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ML model predicts surge hours 3 hours in advance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EMERGENCY SOS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3327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35"/>
                </a:solidFill>
              </a:rPr>
              <a:t>SLIDE 4 /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137160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HOLD 3 SECS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Pilgrim holds SOS Beacon button for 3 seconds. SafeHold lock prevents accidental triggers.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371600"/>
            <a:ext cx="914400" cy="9144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518"/>
                </a:solidFill>
              </a:rPr>
              <a:t>BEACON ACTIVE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Distress broadcast transmitted to ICCC Command Centre. Compliance handshake confirmed.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188720"/>
            <a:ext cx="34747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0" y="137160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HELP ARRIVES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0392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Verified Support Unit dispatched. Field response &lt; 4 minutes. Team tracks live to pilgrim.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471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57784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ICCC LINK ACTIVE  |  Target Field Response: &lt; 4 Minutes  |  ICCC Smart Security Link AP-Pushkaralu v3.1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961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Connected to Andhra Pradesh Integrated Command &amp; Control Centre. Every SOS event is logged, tracked, and escalated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B4C"/>
          </a:solidFill>
          <a:ln w="12700">
            <a:solidFill>
              <a:srgbClr val="0A1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</a:rPr>
              <a:t>MISSING PERSONS &amp; FAMILY REGISTRY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332720" y="320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</a:rPr>
              <a:t>SLIDE 5 /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👨‍👩‍👧‍👦  FAMILY REGISTRY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Register your family members before travelling. A selfie + basic details is all it takes.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4937760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59736"/>
            <a:ext cx="457200" cy="4572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Lalitha Prasad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Spouse • Female • 42 Yrs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A6"/>
                </a:solidFill>
              </a:rPr>
              <a:t>+91 98765 43210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4937760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55848"/>
            <a:ext cx="457200" cy="4572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Karthik Prasad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Son • Male • 18 Yrs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80160" y="3730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A6"/>
                </a:solidFill>
              </a:rPr>
              <a:t>+91 99887 76655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4937760" cy="8046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Shreya Prasad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425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Daughter • Female • 14 Yrs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80160" y="4626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A6"/>
                </a:solidFill>
              </a:rPr>
              <a:t>+91 91234 56789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✓  3 Members Registered  |  Uploads: 3  |  CLASSIC FAMILY REGISTRATION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AI FACE MATCH — INSTANT FIND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1792224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792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Capture or upload a photo of missing person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2386584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scans registry database with facial recognition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2980944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980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Match confidence score returned in seconds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0" y="3575304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3520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Family contact details revealed — one-tap call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4160520"/>
            <a:ext cx="4937760" cy="1645920"/>
          </a:xfrm>
          <a:prstGeom prst="rect">
            <a:avLst/>
          </a:prstGeom>
          <a:solidFill>
            <a:srgbClr val="E6FAF8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4160520"/>
            <a:ext cx="49377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MATCH FOUND — VERIFIED LOCAL MATCH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66560" y="4572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Karthik Prasad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66560" y="4956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Relation: Son  |  92% Match Confidence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5257800"/>
            <a:ext cx="43891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5257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📞  Contact Family: +91 99887 76655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A8F">
              <a:alpha val="45000"/>
            </a:srgbClr>
          </a:solidFill>
          <a:ln w="12700">
            <a:solidFill>
              <a:srgbClr val="1A3A8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PILGRIMAGE.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DEVOTEES.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114800" y="2331720"/>
            <a:ext cx="3931920" cy="457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E8"/>
                </a:solidFill>
              </a:rPr>
              <a:t>AP Pilgrim Grid is ready for Godavari Pushkaralu 2027.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0C4E8"/>
                </a:solidFill>
              </a:rPr>
              <a:t>We seek your partnership and support to deploy at scale.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3017520" cy="214884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41330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Safety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526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SOS + ICCC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Live Monitoring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3383280"/>
            <a:ext cx="3017520" cy="214884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41330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AI Powered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4526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Crowd AI + Face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Match + Chatbot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3383280"/>
            <a:ext cx="3017520" cy="2148840"/>
          </a:xfrm>
          <a:prstGeom prst="rect">
            <a:avLst/>
          </a:prstGeom>
          <a:solidFill>
            <a:srgbClr val="1A3A8F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👨‍👩‍👧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0" y="41330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Family 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4526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Registry + Instant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E8"/>
                </a:solidFill>
              </a:rPr>
              <a:t>Missing Person ID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0" y="598932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 Pilgrim Grid  |  Government of Andhra Pradesh  |  pushkaralu2027@apgov.in  |  #APPushkaralu2027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Pilgrim Grid - Pushkaralu 2027</dc:title>
  <dc:subject>PptxGenJS Presentation</dc:subject>
  <dc:creator>PptxGenJS</dc:creator>
  <cp:lastModifiedBy>PptxGenJS</cp:lastModifiedBy>
  <cp:revision>1</cp:revision>
  <dcterms:created xsi:type="dcterms:W3CDTF">2026-06-01T07:18:07Z</dcterms:created>
  <dcterms:modified xsi:type="dcterms:W3CDTF">2026-06-01T07:18:07Z</dcterms:modified>
</cp:coreProperties>
</file>